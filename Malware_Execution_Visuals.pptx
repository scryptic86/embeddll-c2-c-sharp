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Execution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DLL functions as payload dropper and persistence installer</a:t>
            </a:r>
          </a:p>
          <a:p>
            <a:r>
              <a:t>Uses AES-encrypted embedded payload</a:t>
            </a:r>
          </a:p>
          <a:p>
            <a:r>
              <a:t>Installs VBS launcher for reboot persistence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Cryptographic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Hardcoded password: p0w3r0verwh3lm1ng!</a:t>
            </a:r>
          </a:p>
          <a:p>
            <a:r>
              <a:t>SHA-256 hash of password</a:t>
            </a:r>
          </a:p>
          <a:p>
            <a:r>
              <a:t>PBKDF2-HMAC-SHA1 (1000 iterations)</a:t>
            </a:r>
          </a:p>
          <a:p>
            <a:r>
              <a:t>AES-256-CBC decryption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DLL loaded into process</a:t>
            </a:r>
          </a:p>
          <a:p>
            <a:r>
              <a:t>Encrypted payload base64-decoded</a:t>
            </a:r>
          </a:p>
          <a:p>
            <a:r>
              <a:t>AES decryption performed</a:t>
            </a:r>
          </a:p>
          <a:p>
            <a:r>
              <a:t>Decrypted XML written to 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VBS launcher decoded from Base64</a:t>
            </a:r>
          </a:p>
          <a:p>
            <a:r>
              <a:t>embed.vbs written to Public Documents</a:t>
            </a:r>
          </a:p>
          <a:p>
            <a:r>
              <a:t>Registry Run key created</a:t>
            </a:r>
          </a:p>
          <a:p>
            <a:r>
              <a:t>VBS executes MSBuild on reboot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Crypto reused in C2 traffic and DLL</a:t>
            </a:r>
          </a:p>
          <a:p>
            <a:r>
              <a:t>MSBuild abuse indicates LOLBins usage</a:t>
            </a:r>
          </a:p>
          <a:p>
            <a:r>
              <a:t>Strong evidence of single malware family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